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rben" panose="020B0604020202020204" charset="0"/>
      <p:regular r:id="rId13"/>
    </p:embeddedFont>
    <p:embeddedFont>
      <p:font typeface="Nobile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F"/>
    <a:srgbClr val="151B20"/>
    <a:srgbClr val="13191E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7" y="1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477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Liefertermine digital bestätigen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Digitale Rückbestätigung für geplante Lieferungen — schnell, nachvollziehbar und effizient.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19906"/>
            <a:ext cx="553112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Telefonische Terminabstimmung bindet Arbeitszeit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794965"/>
            <a:ext cx="2626965" cy="39388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94894" y="1880815"/>
            <a:ext cx="226747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Typische Herausforderungen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794894" y="2126605"/>
            <a:ext cx="4449961" cy="85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Kunden sind telefonisch nicht immer erreichbar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Mehrere Anrufversuche pro Auftrag sind häufig nötig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Rückrufe kommen zeitversetzt und unplanbar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Offene Fälle müssen manuell nachverfolgt werden</a:t>
            </a:r>
            <a:endParaRPr lang="en-US" sz="800" dirty="0"/>
          </a:p>
          <a:p>
            <a:pPr marL="342900" indent="-34290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Der Rückmeldestatus ist nicht sofort ersichtlich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794894" y="3072036"/>
            <a:ext cx="4449961" cy="565993"/>
          </a:xfrm>
          <a:prstGeom prst="roundRect">
            <a:avLst>
              <a:gd name="adj" fmla="val 789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157" y="3182094"/>
            <a:ext cx="132904" cy="1062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40324" y="3170337"/>
            <a:ext cx="3998268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Beispielrechnung:</a:t>
            </a: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80 Aufträge/Woche × 2 Anrufversuche × 3 Min. </a:t>
            </a:r>
            <a:endParaRPr lang="en-US" sz="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= </a:t>
            </a:r>
            <a:r>
              <a:rPr lang="en-US" sz="8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 Stunden/Woche</a:t>
            </a: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ohne Rückrufe und Nachbearbeitung.</a:t>
            </a:r>
            <a:endParaRPr lang="en-US" sz="8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750AAD3-934D-0230-DF23-3E933CA07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728" y="4776409"/>
            <a:ext cx="1101272" cy="3670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81013"/>
            <a:ext cx="7739509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Vom Anrufversuch zur digitalen Rückmeldung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145456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Statt wiederholter Telefonate erhält der Kunde eine digitale Nachricht mit direktem </a:t>
            </a:r>
            <a:r>
              <a:rPr lang="en-US" sz="10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 zur Bestätigungsseite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Die Rückmeldung ist sofort sichtbar — ohne manuelle Nachverfolgung.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031" y="1697534"/>
            <a:ext cx="5271939" cy="24128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72783" y="3442038"/>
            <a:ext cx="989770" cy="381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Rückmeldung sichtbar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25401" y="3442038"/>
            <a:ext cx="989771" cy="381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Bestätigung öffnen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84798" y="3346704"/>
            <a:ext cx="989771" cy="57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Digitale Nachricht senden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17078" y="3442038"/>
            <a:ext cx="989771" cy="381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Liefertermin vorbereiten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5162" y="4250457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Digitale Lieferinformationen sind Kunden aus modernen Logistikprozessen bereits vertraut: Zustellfenster, Statusinformationen und Lieferoptionen werden dort online bereitgestellt. Dieses Prinzip wird auf geplante Lieferungen übertragen.</a:t>
            </a:r>
            <a:endParaRPr lang="en-US" sz="10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0DC02C1-BEF5-E49C-056B-1416DB2EF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728" y="4776409"/>
            <a:ext cx="1101272" cy="367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93712"/>
            <a:ext cx="4712271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Eine einfache Seite für die Entscheidung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21" y="730076"/>
            <a:ext cx="1826419" cy="4054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03563" y="1816224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Was der Kunde sieht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03563" y="2016249"/>
            <a:ext cx="3606403" cy="3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Produkt und Lieferadresse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Lieferdatum und Zeitfenster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Menge und weitere Details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103563" y="2466603"/>
            <a:ext cx="3606403" cy="290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1350"/>
              </a:spcAft>
              <a:buNone/>
            </a:pP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03563" y="2815307"/>
            <a:ext cx="1777826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Was der Kunde tun kann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103563" y="3015332"/>
            <a:ext cx="3606403" cy="3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Termin bestätigen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Termin ablehnen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Optional: Kommentar hinterlegen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103563" y="3465686"/>
            <a:ext cx="3606403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Der Kunde sieht nur die Informationen, die er für seine Entscheidung benötigt — klar, übersichtlich und ohne Ablenkung.</a:t>
            </a:r>
            <a:endParaRPr lang="en-US" sz="7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9494093-2F69-678E-1CAF-049FE1531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728" y="4776409"/>
            <a:ext cx="1101272" cy="3670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283220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E-Mail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734169"/>
            <a:ext cx="2444725" cy="40574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24363" y="1965945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Stärken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424363" y="2172295"/>
            <a:ext cx="3362027" cy="4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Ausführliche Informationen vollständig darstellbar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Kostengünstig und gut dokumentierbar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Direkter Link zur Bestätigungsseite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424363" y="2645718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Einschränkungen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424363" y="2852068"/>
            <a:ext cx="3362027" cy="4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Wird nicht immer sofort gelesen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Spam-Risiko vorhanden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Korrekte E-Mail-Adresse erforderlich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424363" y="3319388"/>
            <a:ext cx="3362027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E-Mail eignet sich besonders, wenn vollständige Lieferinformationen übersichtlich übermittelt werden sollen.</a:t>
            </a:r>
            <a:endParaRPr lang="en-US" sz="7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DC46FCC-D55D-4561-C13D-7EC0372D6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728" y="4776409"/>
            <a:ext cx="1101272" cy="3670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282625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SMS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733574"/>
            <a:ext cx="2413695" cy="40585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57266" y="1543645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Beispiel-Nachricht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696792" y="1812578"/>
            <a:ext cx="3089597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Ihre Lieferung ist geplant für den 12.06.2026, 10:00–11:00 Uhr. Bitte bestätigen Sie den Termin hier: [Link]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57266" y="2182639"/>
            <a:ext cx="3229124" cy="479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1400"/>
              </a:spcAft>
              <a:buNone/>
            </a:pPr>
            <a:endParaRPr lang="en-US" sz="700" dirty="0"/>
          </a:p>
          <a:p>
            <a:pPr marL="0" indent="0" algn="l">
              <a:lnSpc>
                <a:spcPct val="110000"/>
              </a:lnSpc>
              <a:spcAft>
                <a:spcPts val="1400"/>
              </a:spcAft>
              <a:buNone/>
            </a:pP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57266" y="2723183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Stärken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57266" y="2929533"/>
            <a:ext cx="3229124" cy="4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Direkt auf dem Mobiltelefon sichtbar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Keine App erforderlich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Gut für kurze, prägnante Benachrichtigungen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557266" y="3402955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Einschränkungen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57266" y="3609305"/>
            <a:ext cx="3229124" cy="4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Kosten pro Nachricht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Begrenzte Textlänge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Externer SMS-Anbieter erforderlich</a:t>
            </a:r>
            <a:endParaRPr lang="en-US" sz="7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19E094B-7D64-32E0-6B9A-275C2F3E9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728" y="4776409"/>
            <a:ext cx="1101272" cy="3670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307851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WhatsApp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758800"/>
            <a:ext cx="2672135" cy="4008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23147" y="1690688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Beispiel-Nachricht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962674" y="1959620"/>
            <a:ext cx="2823716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Ihre Lieferung ist geplant: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Datum: 12.06.2026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Zeitfenster: 10:00–11:00 Uhr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Bitte bestätigen oder ablehnen: [Link]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823147" y="2576140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Stärken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823147" y="2782491"/>
            <a:ext cx="2963242" cy="4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Vielen Kunden vertraut und etabliert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Hohe mobile Aufmerksamkeit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Moderne Kundenerfahrung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823147" y="3255913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Einschränkungen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23147" y="3462263"/>
            <a:ext cx="2963242" cy="4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Organisatorisch aufwendiger als E-Mail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Business-Zugang erforderlich</a:t>
            </a:r>
            <a:endParaRPr lang="en-US" sz="700" dirty="0"/>
          </a:p>
          <a:p>
            <a:pPr marL="342900" indent="-342900" algn="l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Zustimmung und Datenschutz müssen geklärt werden</a:t>
            </a:r>
            <a:endParaRPr lang="en-US" sz="7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10CA963-9953-6217-DE8C-DEC9C7974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728" y="4776409"/>
            <a:ext cx="1101272" cy="3670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061124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Ein Prozess, mehrere Kontaktwege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2015207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Kanalvarianten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281684"/>
            <a:ext cx="3759622" cy="93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Nur E-Mail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E-Mail + SMS kombiniert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SMS bei fehlender E-Mail-Adresse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WhatsApp als zusätzlicher Kanal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Erinnerung nach definierter Frist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4503" y="3300413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Der Ablauf bleibt gleich — nur der Kontaktkanal ändert sich.</a:t>
            </a: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Das Unternehmen entscheidet selbst, welcher Weg priorisiert wird.</a:t>
            </a:r>
            <a:endParaRPr lang="en-US" sz="85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173142-6ACE-4AD9-FCBB-7B12658CE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728" y="4776409"/>
            <a:ext cx="1101272" cy="3670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0834"/>
            <a:ext cx="847114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Mögliche Entlastung bei der Terminabstimmung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5892"/>
            <a:ext cx="4157811" cy="2247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04569" y="1758181"/>
            <a:ext cx="26745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Was bedeutet das konkret?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004569" y="2121396"/>
            <a:ext cx="364800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Je mehr Kunden digital antworten, desto weniger telefonische Rückbestätigung ist notwendig. Schon bei einer moderaten digitalen Rückmeldequote kann ein spürbarer Teil der telefonischen Abstimmung entfallen.</a:t>
            </a:r>
            <a:endParaRPr lang="en-US" sz="11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FE1D810-9BA9-B6AA-0296-F383339E3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728" y="4776409"/>
            <a:ext cx="1101272" cy="3670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23255"/>
            <a:ext cx="703034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Mögliche Erweiterung: Lieferstatus mit Kartenansicht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832024"/>
            <a:ext cx="503760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1062410"/>
            <a:ext cx="4580409" cy="36718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19254" y="1879327"/>
            <a:ext cx="1874937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Potenzielle Funktionen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819254" y="2118420"/>
            <a:ext cx="2349178" cy="802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Kartenansicht mit Fahrzeugposition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Aktueller Lieferstatus: geplant, unterwegs, bald bei Ihnen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Voraussichtliche Ankunftszeit</a:t>
            </a:r>
            <a:endParaRPr lang="en-US" sz="800" dirty="0"/>
          </a:p>
          <a:p>
            <a:pPr marL="342900" indent="-342900" algn="l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Weniger Rückfragen zum Lieferzeitpunkt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819254" y="2989511"/>
            <a:ext cx="2349178" cy="72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Die Bestätigungsseite kann in einer späteren Phase zu einer vollständigen Informationsseite für den Lieferstatus erweitert werden. Diese Funktion ist als Erweiterung gedacht, nicht als Kernbestandteil der ersten Version.</a:t>
            </a:r>
            <a:endParaRPr lang="en-US" sz="8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796D256-C085-FA03-73ED-FDE66F5A6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728" y="4776409"/>
            <a:ext cx="1101272" cy="367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Office PowerPoint</Application>
  <PresentationFormat>Bildschirmpräsentation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Nobile</vt:lpstr>
      <vt:lpstr>Arial</vt:lpstr>
      <vt:lpstr>Corben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Tempel</dc:creator>
  <cp:lastModifiedBy>Daniel Tempel</cp:lastModifiedBy>
  <cp:revision>3</cp:revision>
  <dcterms:created xsi:type="dcterms:W3CDTF">2026-06-09T10:46:49Z</dcterms:created>
  <dcterms:modified xsi:type="dcterms:W3CDTF">2026-06-10T08:01:58Z</dcterms:modified>
</cp:coreProperties>
</file>